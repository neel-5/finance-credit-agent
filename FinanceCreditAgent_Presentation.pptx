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657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3657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3657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3657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9601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9601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9601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9601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544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5544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15544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15544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15544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48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2148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148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2148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214884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432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27432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27432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27432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274320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337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337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3337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3337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33756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393192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526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4526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4526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57400" y="4526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4526280"/>
            <a:ext cx="54864" cy="54864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480560"/>
            <a:ext cx="34747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11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800" kern="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7132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800" kern="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914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</a:t>
            </a:r>
            <a:endParaRPr lang="en-US" sz="4600" dirty="0"/>
          </a:p>
        </p:txBody>
      </p:sp>
      <p:sp>
        <p:nvSpPr>
          <p:cNvPr id="47" name="Text 45"/>
          <p:cNvSpPr/>
          <p:nvPr/>
        </p:nvSpPr>
        <p:spPr>
          <a:xfrm>
            <a:off x="3840480" y="16642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Agent</a:t>
            </a:r>
            <a:endParaRPr lang="en-US" sz="4600" dirty="0"/>
          </a:p>
        </p:txBody>
      </p:sp>
      <p:sp>
        <p:nvSpPr>
          <p:cNvPr id="48" name="Shape 46"/>
          <p:cNvSpPr/>
          <p:nvPr/>
        </p:nvSpPr>
        <p:spPr>
          <a:xfrm>
            <a:off x="3840480" y="2542032"/>
            <a:ext cx="10972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272491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Invoice Escalation &amp; Follow-Up Automation System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840480" y="3566160"/>
            <a:ext cx="2194560" cy="438912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356616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SAXENA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Automation Project  |  2024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0" y="4846320"/>
            <a:ext cx="5669280" cy="29718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0" y="4846320"/>
            <a:ext cx="56692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51760" cy="123444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finance teams manage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invoices manually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51760" cy="123444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914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week spent 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 follow-ups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651760" cy="123444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914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 payments escalate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inconsistent tone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7744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Process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7614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manually track hundreds of overdue invoices across spreadsheets, consuming hours weekly with no automation.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148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Follow-Up Tone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01768" y="27614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vary in urgency and professionalism per sender, leading to confusion and lower recovery rates.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41148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47872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39319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guardrails, teams may over-communicate with debtors or fail to escalate at the right time — creating legal risk.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547872"/>
            <a:ext cx="4114800" cy="10058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547872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Audit Visibility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01768" y="39319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log of what was sent, when, and to whom — making disputes and compliance reviews nearly impossible.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pipeline that automates the entire overdue invoice follow-up cycle — from detection to escalation — with zero manual intervention.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11680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Stage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categorises each invoice into Stage 1–4 or legal escalation based on days overdue. No manual sorting.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011680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116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3756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5420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 generates perfectly-toned, personalised emails — warm reminder to stern notice — with structured JSON output.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92024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011680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01168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72200" y="2267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Safety Mode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25420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 generates and previews all emails before a single message is sent. A human must explicitly approve real sends.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429000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290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" y="3685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Audit Trail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593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escalation, and action is logged with timestamp, stage, tone, and full body — creating a complete audit record.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33756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429000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4290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37560" y="3685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9593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4-tab interface lets finance teams review the invoice queue, preview generated emails, audit logs, and escalations in one view.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337560"/>
            <a:ext cx="26060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3429000"/>
            <a:ext cx="777240" cy="219456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429000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172200" y="3685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Hard Cap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9593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&gt;30 days overdue are automatically flagged and removed from email automation — routed to legal review instead.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325880" cy="9144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13258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22311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2400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invoices.csv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19072" y="2011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792224" y="1947672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8528" y="1554480"/>
            <a:ext cx="132588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38528" y="1554480"/>
            <a:ext cx="132588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16459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38528" y="22311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40A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37560" y="2011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3410712" y="1947672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7016" y="1554480"/>
            <a:ext cx="1325880" cy="91440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57016" y="1554480"/>
            <a:ext cx="13258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16459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57016" y="22311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21B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56048" y="2011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5029200" y="1947672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1554480"/>
            <a:ext cx="1325880" cy="914400"/>
          </a:xfrm>
          <a:prstGeom prst="rect">
            <a:avLst/>
          </a:prstGeom>
          <a:solidFill>
            <a:srgbClr val="DCFCE7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75504" y="1554480"/>
            <a:ext cx="132588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16459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75504" y="22311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65F4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audit.db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74536" y="2011680"/>
            <a:ext cx="146304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6647688" y="1947672"/>
            <a:ext cx="128016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1554480"/>
            <a:ext cx="1325880" cy="9144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93992" y="1554480"/>
            <a:ext cx="13258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93992" y="164592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93992" y="22311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34E4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263347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Sanitisation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38528" y="263347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 Gen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57016" y="263347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75504" y="263347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Escalation Log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93992" y="2633472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UI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50592" y="3401568"/>
            <a:ext cx="42062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50592" y="3401568"/>
            <a:ext cx="6400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Branch: Escalation Path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51760" y="37490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1–4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 generated by Gemini → Logged to email_audit table
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days  </a:t>
            </a:r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email sent → Record written to escalation_log → Finance review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run locally. No third-party logging or data egress.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749808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914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91440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91440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63040" y="8778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960120"/>
            <a:ext cx="0" cy="47548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91440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pipeline, data ingestion, sanitisation, SMTP dispatch, and CLI entry point. Clean OOP structure with &lt;200 lines of core logic.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64208"/>
            <a:ext cx="8412480" cy="749808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664208"/>
            <a:ext cx="9144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1755648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7556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6304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Flash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Engine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1801368"/>
            <a:ext cx="0" cy="47548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7556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free-tier model with native JSON output (response_mime_type). Generates staged, personalised follow-up emails with structured control.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505456"/>
            <a:ext cx="8412480" cy="749808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505456"/>
            <a:ext cx="9144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259689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59689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6304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2889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2642616"/>
            <a:ext cx="0" cy="47548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259689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4-tab web dashboard for invoice overview, email preview, audit log review, and escalation management. Zero frontend code required.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346704"/>
            <a:ext cx="8412480" cy="749808"/>
          </a:xfrm>
          <a:prstGeom prst="rect">
            <a:avLst/>
          </a:prstGeom>
          <a:solidFill>
            <a:srgbClr val="DCFCE7"/>
          </a:solidFill>
          <a:ln w="635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346704"/>
            <a:ext cx="9144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3438144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438144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46304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46304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Database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11880" y="3483864"/>
            <a:ext cx="0" cy="47548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43814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Zero-config, file-based database storing email_audit and escalation_log tables. Full trail of every action with timestamps.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187952"/>
            <a:ext cx="8412480" cy="749808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187952"/>
            <a:ext cx="91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" y="427939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427939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463040" y="4242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46304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11880" y="4325112"/>
            <a:ext cx="0" cy="475488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427939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ingestion, date parsing, days-overdue calculation, and field sanitisation. Vectorised operations ensure clean, validated input to the LLM.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Workflow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74520" y="246888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1554480" cy="3108960"/>
          </a:xfrm>
          <a:prstGeom prst="rect">
            <a:avLst/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1554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1–7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82880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Reminder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" y="237744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polite tone.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oversight on part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debtor.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34564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84448" y="246888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29968" y="914400"/>
            <a:ext cx="1554480" cy="31089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29968" y="914400"/>
            <a:ext cx="1554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58568" y="14173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8568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 days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39696" y="182880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Reminder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39696" y="237744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Firmer tone with a clear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 and payment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39696" y="34564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94376" y="246888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9896" y="914400"/>
            <a:ext cx="1554480" cy="310896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39896" y="914400"/>
            <a:ext cx="1554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9896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68496" y="14173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68496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15–21 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9624" y="182880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Notice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9624" y="237744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formal notice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invoice details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late fees.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9624" y="34564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04304" y="2468880"/>
            <a:ext cx="155448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49824" y="914400"/>
            <a:ext cx="1554480" cy="3108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49824" y="914400"/>
            <a:ext cx="1554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9824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78424" y="14173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78424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 days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59552" y="182880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Escalation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59552" y="237744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tone indicating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imminent escalation if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not received.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59552" y="34564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59752" y="914400"/>
            <a:ext cx="1554480" cy="3108960"/>
          </a:xfrm>
          <a:prstGeom prst="rect">
            <a:avLst/>
          </a:prstGeom>
          <a:solidFill>
            <a:srgbClr val="F5F5F5"/>
          </a:solidFill>
          <a:ln w="1905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59752" y="914400"/>
            <a:ext cx="155448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9752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388352" y="14173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88352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days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69480" y="182880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Escalation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69480" y="2377440"/>
            <a:ext cx="1335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email flow.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legal/finance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 only.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69480" y="34564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206240"/>
            <a:ext cx="8503920" cy="566928"/>
          </a:xfrm>
          <a:prstGeom prst="rect">
            <a:avLst/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206240"/>
            <a:ext cx="640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4251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Policy: Invoices exceeding 30 days are automatically removed from the email automation pipeline. No AI-generated email is ever dispatched to an escalated account. Records are written exclusively to the escalation_log table for human review.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7782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778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43000" y="877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Protection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11521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Credential Exposure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stored in .env via python-dotenv. No credentials hardcoded. .env listed in .gitignore — never committed to version control.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87782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778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577840" y="8778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577840" y="11521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Data Manipulation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3898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sanitise_field() regex-scans all invoice fields for injection patterns (ignore instructions, act as, jailbreak). Flagged values replaced with [REDACTED].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2199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29514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95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43000" y="2295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Mode (Default)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25694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Unintended Email Sends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807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execution generates and previews emails without dispatching. Real sends require an explicit --send CLI flag or UI toggle — a deliberate human action.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22199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29514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951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577840" y="2295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Audit Logging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77840" y="25694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Compliance &amp; Disputes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807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email, stage, tone, and timestamp is persisted in audit.db. Full traceability for audits, disputes, and compliance reviews with zero third-party egress.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63931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1246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124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43000" y="3712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Hard Cap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" y="39867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Legal Liability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24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is ever generated for invoices &gt;30 days overdue. Hard-coded boundary in determine_stage() with a separate escalation_log table for human-only review.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639312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71246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7124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77840" y="3712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77840" y="39867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Incorrect Invoice Data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224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JSON-mode enforced (response_mime_type). Response validated for required keys. Post-gen check verifies invoice number appears in the email body before logging.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Output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2743200"/>
          </a:xfrm>
          <a:prstGeom prst="rect">
            <a:avLst/>
          </a:prstGeom>
          <a:solidFill>
            <a:srgbClr val="1E2332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41148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0068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90068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90068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822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python agent.py --csv invoices.csv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70432"/>
            <a:ext cx="384048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agent.py --csv invoices.csv
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Summary ────────────────────────────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INV-2024-001</a:t>
            </a:r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Rajesh Kapoor    |  7d |</a:t>
            </a:r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Stage: 1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dry_run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INV-2024-002</a:t>
            </a:r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Priya Sharma     | 14d |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Stage: 2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dry_run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INV-2024-003</a:t>
            </a:r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Arjun Mehta      | 21d |</a:t>
            </a:r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Stage: 3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dry_run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INV-2024-004</a:t>
            </a:r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Sunita Rao       | 28d |</a:t>
            </a:r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Stage: 4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dry_run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INV-2024-005</a:t>
            </a:r>
            <a:pPr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Vikram Nair      | 35d |</a:t>
            </a:r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ESCALATED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escalated
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
</a:t>
            </a:r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4 emails queued (dry_run mode)
</a:t>
            </a:r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1 record escalated to escalation_log
</a:t>
            </a:r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Audit entries written to audit.db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3621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Output — Dry Run Mode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114800" cy="2743200"/>
          </a:xfrm>
          <a:prstGeom prst="rect">
            <a:avLst/>
          </a:prstGeom>
          <a:solidFill>
            <a:srgbClr val="F8F9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Finance Follow-Up 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70432"/>
            <a:ext cx="960120" cy="25603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170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Overview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1170432"/>
            <a:ext cx="960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170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Preview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629400" y="1170432"/>
            <a:ext cx="960120" cy="25603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170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89520" y="1170432"/>
            <a:ext cx="960120" cy="256032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1704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46320" y="1508760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Payment Reminder — INV-2024-003 (21 Days Overdue)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83480" y="1865376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920240"/>
            <a:ext cx="356616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Arjun,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formal notice regarding invoice INV-2024-003 for ₹45,000 which remains outstanding 21 days past its due date of 15 Oct 2024.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payment is required. Please contact us within 48 hours to avoid further escalation.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3493008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4930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 Send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349300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493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9160" y="3621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Email Preview Tab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950208"/>
            <a:ext cx="8412480" cy="804672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986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Audit Log Entries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28800" y="4242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0" y="42428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23360" y="42428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0" y="4242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42428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4256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INV-2024-001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28800" y="44256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Kapoor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0" y="44256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23360" y="44256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44256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dry_run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43600" y="44256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2024-11-01 09:12:44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4626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INV-2024-003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828800" y="4626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00400" y="46268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23360" y="46268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46320" y="4626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dry_run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0" y="46268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2024-11-01 09:12:50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11704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144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896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280160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via Gemini's response_mime_type is critical for reliable LLM-to-code handoffs. Prompt injection is a real threat in data-driven pipelines — sanitisation is non-negotiable.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804672"/>
            <a:ext cx="4114800" cy="11704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9144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58968" y="896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5192" y="1280160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Streamlit's reactive model is powerful for internal tools. Separating the agent logic (agent.py) from the UI layer (app.py) made testing and iteration significantly faster.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157984"/>
            <a:ext cx="4114800" cy="11704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267712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2249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2633472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pipelines don't need heavy frameworks. A clear, linear flow with a single conditional branch was solved more cleanly with plain Python than with LangChain or AutoGen.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157984"/>
            <a:ext cx="4114800" cy="1170432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226771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67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2249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5192" y="2633472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.env-first, dry-run-default, and hard escalation caps from the start — rather than bolting on security later — made the system fundamentally safer and simpler.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3639312"/>
            <a:ext cx="9144000" cy="1344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17904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17904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17904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39696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39696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39696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61488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61488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61488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8328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05072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05072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05072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26864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26864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26864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48656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48656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48656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70448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70448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70448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224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14032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14032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14032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5824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35824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35824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57616" y="3703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57616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57616" y="4526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0" y="37307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0" name="Text 68"/>
          <p:cNvSpPr/>
          <p:nvPr/>
        </p:nvSpPr>
        <p:spPr>
          <a:xfrm>
            <a:off x="0" y="43159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SAXENA  ·  Finance Automation Internship  ·  2024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474720" y="4663440"/>
            <a:ext cx="219456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Credit Follow-Up Agent  |  Param Saxena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Credit Follow-Up Agent</dc:title>
  <dc:subject>PptxGenJS Presentation</dc:subject>
  <dc:creator>Param Saxena</dc:creator>
  <cp:lastModifiedBy>Param Saxena</cp:lastModifiedBy>
  <cp:revision>1</cp:revision>
  <dcterms:created xsi:type="dcterms:W3CDTF">2026-05-10T20:57:45Z</dcterms:created>
  <dcterms:modified xsi:type="dcterms:W3CDTF">2026-05-10T20:57:45Z</dcterms:modified>
</cp:coreProperties>
</file>